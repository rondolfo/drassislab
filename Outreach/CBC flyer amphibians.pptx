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10287000" type="35m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38B"/>
    <a:srgbClr val="E8D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07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83545"/>
            <a:ext cx="5829300" cy="35814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403057"/>
            <a:ext cx="5143500" cy="248364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83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2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564609"/>
            <a:ext cx="5915025" cy="4279106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884197"/>
            <a:ext cx="5915025" cy="2250281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06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738438"/>
            <a:ext cx="291465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738438"/>
            <a:ext cx="291465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3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7690"/>
            <a:ext cx="5915025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521745"/>
            <a:ext cx="2901255" cy="123586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757613"/>
            <a:ext cx="2901255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521745"/>
            <a:ext cx="2915543" cy="123586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757613"/>
            <a:ext cx="2915543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3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0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85800"/>
            <a:ext cx="2211884" cy="24003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81140"/>
            <a:ext cx="3471863" cy="731043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86100"/>
            <a:ext cx="2211884" cy="57173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85800"/>
            <a:ext cx="2211884" cy="24003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81140"/>
            <a:ext cx="3471863" cy="731043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86100"/>
            <a:ext cx="2211884" cy="57173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13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5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47688"/>
            <a:ext cx="1478756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47688"/>
            <a:ext cx="4350544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4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47690"/>
            <a:ext cx="5915025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738438"/>
            <a:ext cx="5915025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534527"/>
            <a:ext cx="154305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6D6EE-67D6-4382-A72D-36E6C8BABC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534527"/>
            <a:ext cx="231457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534527"/>
            <a:ext cx="154305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E4CEB-6451-4B3A-915A-5E2123255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9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B521381-DBB1-2879-60C1-647ED67CAB71}"/>
              </a:ext>
            </a:extLst>
          </p:cNvPr>
          <p:cNvGrpSpPr/>
          <p:nvPr/>
        </p:nvGrpSpPr>
        <p:grpSpPr>
          <a:xfrm>
            <a:off x="-1" y="-11951"/>
            <a:ext cx="6858001" cy="10287000"/>
            <a:chOff x="-1" y="-11951"/>
            <a:chExt cx="6858001" cy="10287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154354A-9CF5-0085-7C67-AD0D6E1A3C35}"/>
                </a:ext>
              </a:extLst>
            </p:cNvPr>
            <p:cNvGrpSpPr/>
            <p:nvPr/>
          </p:nvGrpSpPr>
          <p:grpSpPr>
            <a:xfrm>
              <a:off x="-1" y="-11951"/>
              <a:ext cx="6858001" cy="10287000"/>
              <a:chOff x="-1" y="-11951"/>
              <a:chExt cx="6858001" cy="1028700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4363E7E-D2F9-4103-BEC9-E43993404E14}"/>
                  </a:ext>
                </a:extLst>
              </p:cNvPr>
              <p:cNvGrpSpPr/>
              <p:nvPr/>
            </p:nvGrpSpPr>
            <p:grpSpPr>
              <a:xfrm>
                <a:off x="-1" y="-11951"/>
                <a:ext cx="6858001" cy="10287000"/>
                <a:chOff x="-1" y="-11951"/>
                <a:chExt cx="6858001" cy="10287000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53A5DAB3-4449-4DC7-B09A-4AD496BFDA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harpenSoften amount="2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" y="-11951"/>
                  <a:ext cx="6858001" cy="10287000"/>
                </a:xfrm>
                <a:prstGeom prst="rect">
                  <a:avLst/>
                </a:prstGeom>
              </p:spPr>
            </p:pic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DE617425-5AE4-43DB-AAE9-86E987DA0BC3}"/>
                    </a:ext>
                  </a:extLst>
                </p:cNvPr>
                <p:cNvSpPr/>
                <p:nvPr/>
              </p:nvSpPr>
              <p:spPr>
                <a:xfrm>
                  <a:off x="3566160" y="7276011"/>
                  <a:ext cx="2730137" cy="1737360"/>
                </a:xfrm>
                <a:prstGeom prst="rect">
                  <a:avLst/>
                </a:prstGeom>
                <a:solidFill>
                  <a:srgbClr val="E5D38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FF6CF414-6029-41B6-BC35-20607CBB40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13575"/>
                <a:stretch/>
              </p:blipFill>
              <p:spPr>
                <a:xfrm>
                  <a:off x="3951516" y="7223760"/>
                  <a:ext cx="1828800" cy="1998618"/>
                </a:xfrm>
                <a:prstGeom prst="rect">
                  <a:avLst/>
                </a:prstGeom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8592CCA6-A0A7-49A1-A59B-E1B63EDC4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99800" y="5430453"/>
                  <a:ext cx="914400" cy="304800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9A922BDB-F676-4890-B883-76FD86E61C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30980" y="8857919"/>
                  <a:ext cx="256032" cy="219456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A27BB447-3803-47F2-9C0C-7CFA73FAD8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8497" t="-18501"/>
                <a:stretch/>
              </p:blipFill>
              <p:spPr>
                <a:xfrm>
                  <a:off x="1687012" y="8818058"/>
                  <a:ext cx="1463040" cy="299178"/>
                </a:xfrm>
                <a:prstGeom prst="rect">
                  <a:avLst/>
                </a:prstGeom>
              </p:spPr>
            </p:pic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F3C433D-4B56-453F-BFE5-D5C05B7F561F}"/>
                    </a:ext>
                  </a:extLst>
                </p:cNvPr>
                <p:cNvSpPr/>
                <p:nvPr/>
              </p:nvSpPr>
              <p:spPr>
                <a:xfrm>
                  <a:off x="3122909" y="8818058"/>
                  <a:ext cx="259825" cy="299178"/>
                </a:xfrm>
                <a:prstGeom prst="rect">
                  <a:avLst/>
                </a:prstGeom>
                <a:solidFill>
                  <a:srgbClr val="E5D38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6" name="Picture 5" descr="A brown sign with white text&#10;&#10;AI-generated content may be incorrect.">
                <a:extLst>
                  <a:ext uri="{FF2B5EF4-FFF2-40B4-BE49-F238E27FC236}">
                    <a16:creationId xmlns:a16="http://schemas.microsoft.com/office/drawing/2014/main" id="{4C65A8B0-0BEA-2CBE-411F-3FDAA91457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87364" y="158729"/>
                <a:ext cx="2651760" cy="1298259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75A9202-1984-6D76-1152-B4C46C5FD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59558" y="6057870"/>
              <a:ext cx="62265" cy="201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48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0</Words>
  <Application>Microsoft Office PowerPoint</Application>
  <PresentationFormat>35mm Slides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Vania R Assis</dc:creator>
  <cp:lastModifiedBy>Vania R Assis</cp:lastModifiedBy>
  <cp:revision>7</cp:revision>
  <dcterms:created xsi:type="dcterms:W3CDTF">2025-08-26T22:19:40Z</dcterms:created>
  <dcterms:modified xsi:type="dcterms:W3CDTF">2025-09-01T21:42:46Z</dcterms:modified>
</cp:coreProperties>
</file>